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A896"/>
                </a:solidFill>
                <a:latin typeface="Helvetica"/>
              </a:defRPr>
            </a:pPr>
            <a:r>
              <a:t>IMAGE PROCESSING &amp; DEEP LEARNING PROJECT</a:t>
            </a:r>
          </a:p>
          <a:p>
            <a:pPr>
              <a:defRPr sz="4400" b="1">
                <a:solidFill>
                  <a:srgbClr val="FFFFFF"/>
                </a:solidFill>
                <a:latin typeface="Helvetica"/>
              </a:defRPr>
            </a:pPr>
            <a:r>
              <a:t>Butterfly Species Classifier</a:t>
            </a:r>
          </a:p>
          <a:p>
            <a:pPr>
              <a:defRPr sz="1800">
                <a:solidFill>
                  <a:srgbClr val="E2E8F0"/>
                </a:solidFill>
                <a:latin typeface="Helvetica"/>
              </a:defRPr>
            </a:pPr>
            <a:r>
              <a:t>An automated system for classifying butterfly species using Neural Networks &amp; Java Desktop GUI</a:t>
            </a:r>
          </a:p>
          <a:p>
            <a:br/>
            <a:pPr>
              <a:defRPr sz="1400" i="1">
                <a:solidFill>
                  <a:srgbClr val="718096"/>
                </a:solidFill>
              </a:defRPr>
            </a:pPr>
            <a:r>
              <a:t>Class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Helvetica"/>
              </a:defRPr>
            </a:pPr>
            <a:r>
              <a:t>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What is the Butterfly Classifier?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D1B2A"/>
                </a:solidFill>
              </a:defRPr>
            </a:pPr>
            <a:r>
              <a:t>Overview &amp; Purpose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• Automated Species Identification: Recognizes 10 different species of butterflies instantly from image photos.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• Solves Domain Challenge: Eliminates manual identification errors for researchers and nature enthusiasts.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• Dataset Training: Trained on the Leeds Butterfly Dataset (832 images across 10 species classes).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0A896"/>
                </a:solidFill>
              </a:defRPr>
            </a:pPr>
            <a:r>
              <a:t>Key System Highlights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• 100% Java Desktop App: Built with Java Swing for an interactive, modern user interface.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• Real-Time Predictions: Displays top species name, scientific name, and confidence percentage score.</a:t>
            </a:r>
          </a:p>
          <a:p>
            <a:pPr>
              <a:defRPr sz="1400">
                <a:solidFill>
                  <a:srgbClr val="2D3748"/>
                </a:solidFill>
              </a:defRPr>
            </a:pPr>
            <a:r>
              <a:t>• Ranked Top-3 Results: Provides a ranked breakdown of top 3 species probability scores.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Helvetica"/>
              </a:defRPr>
            </a:pPr>
            <a:r>
              <a:t>PROJECT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"/>
              </a:defRPr>
            </a:pPr>
            <a:r>
              <a:t>How the Project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1B2A"/>
                </a:solidFill>
              </a:defRPr>
            </a:pPr>
            <a:r>
              <a:t>1. Image Selection</a:t>
            </a:r>
          </a:p>
          <a:p>
            <a:br/>
            <a:pPr>
              <a:defRPr sz="1400">
                <a:solidFill>
                  <a:srgbClr val="2D3748"/>
                </a:solidFill>
              </a:defRPr>
            </a:pPr>
            <a:r>
              <a:t>User selects a butterfly image (JPG/PNG) via the desktop GUI browse button.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A896"/>
                </a:solidFill>
              </a:defRPr>
            </a:pPr>
            <a:r>
              <a:t>2. Deep Learning Inference</a:t>
            </a:r>
          </a:p>
          <a:p>
            <a:br/>
            <a:pPr>
              <a:defRPr sz="1400">
                <a:solidFill>
                  <a:srgbClr val="2D3748"/>
                </a:solidFill>
              </a:defRPr>
            </a:pPr>
            <a:r>
              <a:t>Image is resized to 224x224 RGB and evaluated by MobileNetV2 Neural Network.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37160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D1B2A"/>
                </a:solidFill>
              </a:defRPr>
            </a:pPr>
            <a:r>
              <a:t>3. Instant Output</a:t>
            </a:r>
          </a:p>
          <a:p>
            <a:br/>
            <a:pPr>
              <a:defRPr sz="1400">
                <a:solidFill>
                  <a:srgbClr val="2D3748"/>
                </a:solidFill>
              </a:defRPr>
            </a:pPr>
            <a:r>
              <a:t>GUI displays the predicted Common Name, Scientific Name &amp; Confidence 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